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D406-C010-28DF-DEC2-A249CD3AC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1B19A-2B1E-69F2-1DFF-9B6D9F608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6AE58-E9C8-5744-18E1-693579DC9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6BC0-FFAC-49D6-826D-0068227920DF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75183-1BAF-1DDB-F2C1-BE0363859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46176-D7B2-76D0-7A53-5A1074AD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66DA-0B6D-4330-AEDC-DBFD970ED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11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50487-7937-31CD-CF93-19ADDD8F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2D6B3-7E89-8C9F-A9C9-042101A22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A0E3E-CC92-2096-CE74-FA830D803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6BC0-FFAC-49D6-826D-0068227920DF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001D-08EC-E5FA-9907-B5B35D1DB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BE0D7-4E72-C475-C021-3A588637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66DA-0B6D-4330-AEDC-DBFD970ED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5C0E0-08C1-7DD4-320F-07D20A76A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74D8D-0896-6D56-118D-B4C49445D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EA22E-7D64-ECEE-975D-4104B8242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6BC0-FFAC-49D6-826D-0068227920DF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51D97-7B92-F2D0-661A-041D8E30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FA8CE-9F7C-4BF4-2768-0034CFBE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66DA-0B6D-4330-AEDC-DBFD970ED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270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E60EB-175C-B5EC-F1DF-3FCC66A9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F4F5E-AE18-7AC2-6876-C0FF06190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10995-C884-84EE-67B3-89DCEAC47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55762-941E-07FC-1BBD-9321FC76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6BC0-FFAC-49D6-826D-0068227920DF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BC552-C501-359A-D205-0423A18C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D0364-1EE7-691B-AAED-489C7BD0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66DA-0B6D-4330-AEDC-DBFD970ED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513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2FCA-7638-23FF-F3B8-89C6F9528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74B76-29D0-EEB5-786E-869DA0D88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3169F-96C1-56A0-CF2E-1D9C6598D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C2CDE-8A19-512C-5ECA-2D8B3D6A2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8D3C1-995E-CCB2-DF2C-BAA8CE9873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6AB78F-A588-9E9A-AE5A-EE4F2543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6BC0-FFAC-49D6-826D-0068227920DF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2FDB8-CAB4-3C47-FE45-64C0ED6B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A78930-F8A0-814E-DA3B-A078F89B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66DA-0B6D-4330-AEDC-DBFD970ED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26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CC57B-B8FA-66E0-E4B6-E22380D2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5DD584-9466-61BE-47C8-824E0B494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6BC0-FFAC-49D6-826D-0068227920DF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BCE8B-506F-A79B-942C-4276440C5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308C4-034D-4662-F2A3-0AE94FB5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66DA-0B6D-4330-AEDC-DBFD970ED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35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E74172-9797-3034-EF30-AAF2FA621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6BC0-FFAC-49D6-826D-0068227920DF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540884-BA99-D9F3-90B5-371493D2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54D73-6C64-CC6D-084D-9FEF5F40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66DA-0B6D-4330-AEDC-DBFD970ED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089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2B9E-C22E-F7BE-559D-684C951EB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51D77-8EB9-F924-009A-32C685676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AFE1D-0571-9F74-9C76-CF04A796F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936C1-3EF2-5403-0153-AB25B035B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6BC0-FFAC-49D6-826D-0068227920DF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AA908-0032-8102-D922-CF51D4EA7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61E48-A893-A20F-14D5-F9F90BAB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66DA-0B6D-4330-AEDC-DBFD970ED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68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E27D-5D1A-3E47-77B5-14F439CFC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9659D-F707-719C-2007-599F3B3BD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3D8A2-3A99-D7EC-6BFD-AF35CE207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FE218-EB51-1ACC-05AE-D7B05BCE4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6BC0-FFAC-49D6-826D-0068227920DF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E48A7-4866-7932-82A7-F256704AB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AA6B3-B00D-7A65-9671-F3E93648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66DA-0B6D-4330-AEDC-DBFD970ED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78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7639-A2DD-DE5E-0D39-4989B08D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1E8D7-4E6D-7012-5DA3-A71438EAD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C9A25-6CDB-1F52-8DAA-33B843155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6BC0-FFAC-49D6-826D-0068227920DF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8F26F-130D-AB13-F951-60BB142FB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13386-2E6D-F365-22BE-763AC484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66DA-0B6D-4330-AEDC-DBFD970ED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034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2A137-59DD-B352-9536-11A69BFD4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D7B98-0050-1F72-3A7D-649848DC9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04AE5-D3F6-7C97-F24C-5115CB12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B6BC0-FFAC-49D6-826D-0068227920DF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113A7-D69F-4BD6-D5BA-3B48ECA62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B3B1F-25C3-E88B-0992-AAFF1290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66DA-0B6D-4330-AEDC-DBFD970ED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94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0B1EB-0CBB-11C3-9A6F-778598B1F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E8F8A-F405-0F59-D062-4C5374427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54726-EAA7-A00B-A4B2-BF4EE848AF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B6BC0-FFAC-49D6-826D-0068227920DF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DAAD9-833F-702E-DBB3-016EA68E4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C1C06-DD15-366D-AFFE-C13AC0243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466DA-0B6D-4330-AEDC-DBFD970ED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312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88C8F7-D5A6-5BBE-4336-8CE053DF9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508" y="527412"/>
            <a:ext cx="6999186" cy="62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40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Singh</dc:creator>
  <cp:lastModifiedBy>abhishek Singh</cp:lastModifiedBy>
  <cp:revision>1</cp:revision>
  <dcterms:created xsi:type="dcterms:W3CDTF">2025-03-31T14:45:12Z</dcterms:created>
  <dcterms:modified xsi:type="dcterms:W3CDTF">2025-03-31T14:45:44Z</dcterms:modified>
</cp:coreProperties>
</file>